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2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aru_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384048"/>
            <a:ext cx="4572000" cy="1005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" y="1828800"/>
            <a:ext cx="6492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22346"/>
                </a:solidFill>
                <a:latin typeface="Aptos Display"/>
              </a:defRPr>
            </a:pPr>
            <a:r>
              <a:t>Programming in Python with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07792"/>
            <a:ext cx="6217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D78C3"/>
                </a:solidFill>
              </a:defRPr>
            </a:pPr>
            <a:r>
              <a:t>Internship / Training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6400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E7C"/>
                </a:solidFill>
              </a:defRPr>
            </a:pPr>
            <a:r>
              <a:t>Student: </a:t>
            </a:r>
            <a:r>
              <a:rPr sz="1200" b="1">
                <a:solidFill>
                  <a:srgbClr val="232B37"/>
                </a:solidFill>
              </a:rPr>
              <a:t>Charu Arora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87368"/>
            <a:ext cx="6400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E7C"/>
                </a:solidFill>
              </a:defRPr>
            </a:pPr>
            <a:r>
              <a:t>Roll Number: </a:t>
            </a:r>
            <a:r>
              <a:rPr sz="1200" b="1">
                <a:solidFill>
                  <a:srgbClr val="232B37"/>
                </a:solidFill>
              </a:rPr>
              <a:t>2410030544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71416"/>
            <a:ext cx="6400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E7C"/>
                </a:solidFill>
              </a:defRPr>
            </a:pPr>
            <a:r>
              <a:t>Program: </a:t>
            </a:r>
            <a:r>
              <a:rPr sz="1200" b="1">
                <a:solidFill>
                  <a:srgbClr val="232B37"/>
                </a:solidFill>
              </a:rPr>
              <a:t>B.Tech (CSE)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55464"/>
            <a:ext cx="6400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E7C"/>
                </a:solidFill>
              </a:defRPr>
            </a:pPr>
            <a:r>
              <a:t>Batch: </a:t>
            </a:r>
            <a:r>
              <a:rPr sz="1200" b="1">
                <a:solidFill>
                  <a:srgbClr val="232B37"/>
                </a:solidFill>
              </a:rPr>
              <a:t>2026–27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39512"/>
            <a:ext cx="6400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E7C"/>
                </a:solidFill>
              </a:defRPr>
            </a:pPr>
            <a:r>
              <a:t>Training: </a:t>
            </a:r>
            <a:r>
              <a:rPr sz="1200" b="1">
                <a:solidFill>
                  <a:srgbClr val="232B37"/>
                </a:solidFill>
              </a:rPr>
              <a:t>6-week online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74519"/>
            <a:ext cx="3200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IILM</a:t>
            </a:r>
            <a:br/>
            <a:r>
              <a:t>UNIVERSITY</a:t>
            </a:r>
          </a:p>
          <a:p>
            <a:pPr>
              <a:defRPr sz="1050">
                <a:solidFill>
                  <a:srgbClr val="5CB0E5"/>
                </a:solidFill>
              </a:defRPr>
            </a:pPr>
            <a:r>
              <a:t>School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4343400"/>
            <a:ext cx="1729897" cy="5309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/>
              <a:t>14 MARCH 2026</a:t>
            </a:r>
          </a:p>
          <a:p>
            <a:pPr>
              <a:defRPr sz="1050">
                <a:solidFill>
                  <a:srgbClr val="5CB0E5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Candidate &amp; Program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Personal and academic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Candidate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CHARU ARORA</a:t>
            </a:r>
            <a:br/>
            <a:r>
              <a:t>Roll Number: 2410030544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276148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Academic Program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B.Tech (Computer Science &amp; Engineering)</a:t>
            </a:r>
            <a:br/>
            <a:r>
              <a:t>Batch: 2026–27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761488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4197096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Institution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IILM University</a:t>
            </a:r>
            <a:br/>
            <a:r>
              <a:t>Greater Noida, U.P.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197096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07408" y="132588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Training Title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Programming in Python with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7408" y="1325880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07408" y="276148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Training Format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6-week online training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761488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407408" y="4197096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Certification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14 March 2026 • Top performer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07408" y="4197096"/>
            <a:ext cx="73152" cy="123444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65008" y="1325880"/>
            <a:ext cx="3429000" cy="4105656"/>
          </a:xfrm>
          <a:prstGeom prst="roundRect">
            <a:avLst/>
          </a:prstGeom>
          <a:solidFill>
            <a:srgbClr val="F2F7FC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rtlCol="0" anchor="ctr"/>
          <a:lstStyle/>
          <a:p>
            <a:pPr algn="ctr"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Introduction to Python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Programming fundamentals and variables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Object-oriented programming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SQLite database connectivity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GUI development with PyQt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Applications of Python across disciplines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AI in programming with Python</a:t>
            </a:r>
          </a:p>
          <a:p>
            <a:pPr>
              <a:spcAft>
                <a:spcPts val="800"/>
              </a:spcAft>
              <a:defRPr sz="1400">
                <a:solidFill>
                  <a:srgbClr val="232B37"/>
                </a:solidFill>
                <a:latin typeface="Aptos"/>
              </a:defRPr>
            </a:pPr>
            <a:r>
              <a:t>• Final project component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Training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What the six-week training covered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Foundation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The training begins with Python as a programming language, variables, basic programming concepts and logical problem solving.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71600"/>
            <a:ext cx="73152" cy="16002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Application Development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The curriculum introduces OOP, SQLite database connectivity and GUI development using PyQt.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73152" cy="160020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83296" y="1371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AI Exposure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The certificate includes AI in Programming with Python, alongside applications of Python in various disciplines.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371600"/>
            <a:ext cx="73152" cy="16002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3401568"/>
            <a:ext cx="10853928" cy="1874519"/>
          </a:xfrm>
          <a:prstGeom prst="roundRect">
            <a:avLst/>
          </a:prstGeom>
          <a:solidFill>
            <a:srgbClr val="F2F7FC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rtlCol="0" anchor="ctr"/>
          <a:lstStyle/>
          <a:p>
            <a:pPr algn="ctr"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Duration: 6-week online training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Certification date: 14 March 2026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Certificate identifies Charu Arora as a top performer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The certificate does not specify detailed weekly dates or a separate project title.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Core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Objectives derived from the certified module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5331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Python Fundamentals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Understand Python and become familiar with its basic syntax and programming concepts.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73152" cy="1874519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5331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Variables &amp; Logic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Use variables to represent values and build a foundation in program logic.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353312"/>
            <a:ext cx="73152" cy="1874519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53712" y="14813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5331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OOP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Understand principles of object-oriented programming and structured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353312"/>
            <a:ext cx="73152" cy="1874519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48132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59359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SQLite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Learn the concept of connecting Python applications to a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593592"/>
            <a:ext cx="73152" cy="1874519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72160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9359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GUI Development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Explore graphical user interface development using PyQt.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593592"/>
            <a:ext cx="73152" cy="1874519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53712" y="372160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3593592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AI with Python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Gain introductory exposure to AI-oriented programming with Python.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3593592"/>
            <a:ext cx="73152" cy="1874519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84464" y="372160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Technologies &amp; Concepts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Tools and learning areas explicitly represented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Programming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73152" cy="96012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90488" y="1325880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Core Concepts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Variables • Basic programming • Program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325880"/>
            <a:ext cx="73152" cy="96012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" y="2532888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Programming Paradigm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Object-Oriented Programming (OOP)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532888"/>
            <a:ext cx="73152" cy="96012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90488" y="2532888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Database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2532888"/>
            <a:ext cx="73152" cy="96012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8368" y="3739896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GUI Development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PyQt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739896"/>
            <a:ext cx="73152" cy="96012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0488" y="3739896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Application Areas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Python applications in various disciplines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3739896"/>
            <a:ext cx="73152" cy="96012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4946904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AI Learning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AI in Programming with Python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46904"/>
            <a:ext cx="73152" cy="96012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0488" y="4946904"/>
            <a:ext cx="51663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Training Activity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Final Project component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4946904"/>
            <a:ext cx="73152" cy="96012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Training Curriculum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Module-wise presentation — the certificate does not provide a week-by-week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Introduction to Python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Introduction to Python as a programming language.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61872"/>
            <a:ext cx="73152" cy="1353312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261872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Using Variables in Python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Representing and manipulating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61872"/>
            <a:ext cx="73152" cy="1353312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19872" y="1261872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Basics of Programming in Python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Core programming concepts and program logic.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19872" y="1261872"/>
            <a:ext cx="73152" cy="1353312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8368" y="2889504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Principles of Object-oriented Programming (OOP)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Object-oriented concepts and structured code.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889504"/>
            <a:ext cx="73152" cy="1353312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89120" y="2889504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Connecting to SQLite Database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Database connectivity and persistent data storage.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2889504"/>
            <a:ext cx="73152" cy="1353312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19872" y="2889504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Developing a GUI with PyQt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Graphical interfaces and desktop application interaction.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2" y="2889504"/>
            <a:ext cx="73152" cy="1353312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8368" y="4517136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Application of Python in Various Disciplines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Python's versatility across application areas.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517136"/>
            <a:ext cx="73152" cy="1353312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389120" y="4517136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AI in Programming with Python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Introductory AI-related programming concepts.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4517136"/>
            <a:ext cx="73152" cy="1353312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119872" y="4517136"/>
            <a:ext cx="3401568" cy="1353312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The Final Project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Final project component; specific topic/results not stated.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19872" y="4517136"/>
            <a:ext cx="73152" cy="1353312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Conceptual progression represented by the training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Learn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Python basics, variables and programming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417320"/>
            <a:ext cx="73152" cy="18288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53619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Structure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Apply OOP concepts to organize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73152" cy="182880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3619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4173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Connect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Use SQLite when applications require stored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19872" y="1417320"/>
            <a:ext cx="73152" cy="18288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153619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9319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Interact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Explore GUI development with PyQt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31920"/>
            <a:ext cx="73152" cy="182880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4050791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9319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Extend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Consider Python applications across disciplines and 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931920"/>
            <a:ext cx="73152" cy="18288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4050791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3931920"/>
            <a:ext cx="3401568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Apply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Bring relevant concepts together in the final project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9872" y="3931920"/>
            <a:ext cx="73152" cy="1828800"/>
          </a:xfrm>
          <a:prstGeom prst="rect">
            <a:avLst/>
          </a:prstGeom>
          <a:solidFill>
            <a:srgbClr val="5CB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02752" y="4050791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D78C3"/>
                </a:solidFill>
              </a:defRPr>
            </a:pPr>
            <a:r>
              <a:t>06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Key 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Learning areas supported by the certified curriculum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526280"/>
          </a:xfrm>
          <a:prstGeom prst="roundRect">
            <a:avLst/>
          </a:prstGeom>
          <a:solidFill>
            <a:srgbClr val="F2F7FC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rtlCol="0" anchor="ctr"/>
          <a:lstStyle/>
          <a:p>
            <a:pPr algn="ctr"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A foundation in Python programming and the use of variables.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Familiarity with basic programming logic and structured problem solving.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Introductory understanding of object-oriented programming principles.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Awareness of Python connectivity with an SQLite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325880"/>
            <a:ext cx="5212080" cy="4526280"/>
          </a:xfrm>
          <a:prstGeom prst="roundRect">
            <a:avLst/>
          </a:prstGeom>
          <a:solidFill>
            <a:srgbClr val="F2F7FC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tIns="146304" rIns="164592" rtlCol="0" anchor="ctr"/>
          <a:lstStyle/>
          <a:p>
            <a:pPr algn="ctr"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Familiarity with GUI development concepts using PyQt.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Awareness of Python's applications in different disciplines.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Introductory exposure to AI-related programming with Python.</a:t>
            </a:r>
          </a:p>
          <a:p>
            <a:pPr>
              <a:spcAft>
                <a:spcPts val="800"/>
              </a:spcAft>
              <a:defRPr sz="1500">
                <a:solidFill>
                  <a:srgbClr val="232B37"/>
                </a:solidFill>
                <a:latin typeface="Aptos"/>
              </a:defRPr>
            </a:pPr>
            <a:r>
              <a:t>• Completion of the final project component included in the curriculum.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34747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46"/>
                </a:solidFill>
                <a:latin typeface="Aptos Display"/>
              </a:defRPr>
            </a:pPr>
            <a:r>
              <a:t>Your Certificate of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59536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C"/>
                </a:solidFill>
                <a:latin typeface="Aptos"/>
              </a:defRPr>
            </a:pPr>
            <a:r>
              <a:t>Verified details from the uploaded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36576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5CB0E5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261872"/>
            <a:ext cx="7315200" cy="4983480"/>
          </a:xfrm>
          <a:prstGeom prst="roundRect">
            <a:avLst/>
          </a:prstGeom>
          <a:solidFill>
            <a:srgbClr val="F2F7FC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aru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536192"/>
            <a:ext cx="6766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75320" y="1417320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Trainee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Charu Arora</a:t>
            </a:r>
            <a:br/>
            <a:r>
              <a:t>Top performer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417320"/>
            <a:ext cx="73152" cy="109728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75320" y="2724912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Certification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14 March 2026</a:t>
            </a:r>
            <a:br/>
            <a:r>
              <a:t>6-week online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724912"/>
            <a:ext cx="73152" cy="109728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75320" y="4032504"/>
            <a:ext cx="3154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3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37160" rtlCol="0" anchor="ctr"/>
          <a:lstStyle/>
          <a:p>
            <a:pPr algn="ctr">
              <a:defRPr sz="1500" b="1">
                <a:solidFill>
                  <a:srgbClr val="122346"/>
                </a:solidFill>
                <a:latin typeface="Aptos Display"/>
              </a:defRPr>
            </a:pPr>
            <a:r>
              <a:t>Certificate No.</a:t>
            </a:r>
          </a:p>
          <a:p>
            <a:pPr>
              <a:defRPr sz="1070">
                <a:solidFill>
                  <a:srgbClr val="646E7C"/>
                </a:solidFill>
                <a:latin typeface="Aptos"/>
              </a:defRPr>
            </a:pPr>
            <a:r>
              <a:t>gvvq467shwc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4032504"/>
            <a:ext cx="73152" cy="1097280"/>
          </a:xfrm>
          <a:prstGeom prst="rect">
            <a:avLst/>
          </a:prstGeom>
          <a:solidFill>
            <a:srgbClr val="2D78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6473952"/>
            <a:ext cx="10927080" cy="13716"/>
          </a:xfrm>
          <a:prstGeom prst="rect">
            <a:avLst/>
          </a:prstGeom>
          <a:solidFill>
            <a:srgbClr val="D3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646E7C"/>
                </a:solidFill>
              </a:defRPr>
            </a:pPr>
            <a:r>
              <a:t>CHARU ARORA • PROGRAMMING IN PYTHON WITH AI • IILM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haru_iil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11480"/>
            <a:ext cx="4389120" cy="964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011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92608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5CB0E5"/>
                </a:solidFill>
              </a:defRPr>
            </a:pPr>
            <a:r>
              <a:t>Charu Arora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Roll No. 2410030544  •  B.Tech (CSE)  •  Batch 2026–27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IILM University, Greater Noida, U.P.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251960"/>
            <a:ext cx="275479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PROGRAMMING IN PYTHON WITH AI</a:t>
            </a:r>
          </a:p>
          <a:p>
            <a:pPr>
              <a:defRPr sz="1000">
                <a:solidFill>
                  <a:srgbClr val="5CB0E5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806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charuarora9c@gmail.com</cp:lastModifiedBy>
  <cp:revision>2</cp:revision>
  <dcterms:created xsi:type="dcterms:W3CDTF">2013-01-27T09:14:16Z</dcterms:created>
  <dcterms:modified xsi:type="dcterms:W3CDTF">2026-10-21T06:16:19Z</dcterms:modified>
  <cp:category/>
</cp:coreProperties>
</file>